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77" d="100"/>
          <a:sy n="77" d="100"/>
        </p:scale>
        <p:origin x="58" y="36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F105237-0203-4275-8586-B32EB46EBE6A}" type="datetimeFigureOut">
              <a:rPr lang="en-IN" smtClean="0"/>
              <a:t>18-11-2024</a:t>
            </a:fld>
            <a:endParaRPr lang="en-IN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74D97E4-0858-414B-B4BC-5D424D62363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733489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Add notes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4D97E4-0858-414B-B4BC-5D424D623637}" type="slidenum">
              <a:rPr lang="en-IN" smtClean="0"/>
              <a:t>1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9331833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E03FE9-EC2C-9736-90D2-2C08B38D0A6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E91D757-5C90-FA5F-C401-BEBB429F123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BB8F0E-8F6E-86E2-5F4C-6723159E7A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467F54-ABA5-44AA-A8A6-60021CF71F66}" type="datetimeFigureOut">
              <a:rPr lang="en-IN" smtClean="0"/>
              <a:t>18-11-2024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1A5E5B-49E5-15B4-02AA-6DF547CC20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F9B534-1053-3E1F-7BF7-C0C702C8DD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83A32-EDD3-485A-89C0-D843D812DBB0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02396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0977A7-4317-7C94-AA28-FAD3333E19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D46082-EE1F-7769-7E64-BC63CF2C15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FA27BC-9CDE-E3E6-C270-2FE63A6E47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467F54-ABA5-44AA-A8A6-60021CF71F66}" type="datetimeFigureOut">
              <a:rPr lang="en-IN" smtClean="0"/>
              <a:t>18-11-2024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710C5B-5E04-9435-5A95-F7768A2352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F0BCC4-1EC4-1AE7-B772-37E0B9BEC4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83A32-EDD3-485A-89C0-D843D812DBB0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40991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7D7B09-E909-67B0-8CD7-E6DF2FE4DA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E98E85-8E9E-7D79-EC49-59F442CCAC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71E600-3B1C-8745-B3FA-6AE4E23F7F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467F54-ABA5-44AA-A8A6-60021CF71F66}" type="datetimeFigureOut">
              <a:rPr lang="en-IN" smtClean="0"/>
              <a:t>18-11-2024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C9B573-D2E6-29C8-CAAD-7B99ABE7C1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5D4985-7C7F-2F60-4471-7E053D1042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83A32-EDD3-485A-89C0-D843D812DBB0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343189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106205-B2D3-B03E-3E87-127DCD5540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9984E3-BBE0-DC87-6DBC-F26692D1440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593AF24-CAC4-8A91-E231-020BC8B298C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C7AA4ED-F20B-C817-51DA-9C96D3A71F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467F54-ABA5-44AA-A8A6-60021CF71F66}" type="datetimeFigureOut">
              <a:rPr lang="en-IN" smtClean="0"/>
              <a:t>18-11-2024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BC48D39-8649-443A-B77D-44B6C135BB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966C9D4-CF46-E799-91B4-A6BFCF0333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83A32-EDD3-485A-89C0-D843D812DBB0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598857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562BF9-535A-8C3B-6EDE-9C90C0D048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ADC8683-355E-7236-C643-EAF4AD65D5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19A9CE1-8290-9639-6EBC-4C8AC01272E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1FEBF7B-8B80-972D-0B96-07E5BE33596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9C1B95B-B2A9-7560-79FF-C55FD55BF00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BF7275E-0875-381A-6862-6B23FF9F57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467F54-ABA5-44AA-A8A6-60021CF71F66}" type="datetimeFigureOut">
              <a:rPr lang="en-IN" smtClean="0"/>
              <a:t>18-11-2024</a:t>
            </a:fld>
            <a:endParaRPr lang="en-IN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5AB9583-DC30-4AB1-011F-1A858458A5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3F6D237-ECB5-4C8F-B9FC-BAD4EBA657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83A32-EDD3-485A-89C0-D843D812DBB0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805877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41C134-29C2-CA2C-C1E8-37B4A6F41F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F098AAC-C69F-5D63-BAF5-F3C261162D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467F54-ABA5-44AA-A8A6-60021CF71F66}" type="datetimeFigureOut">
              <a:rPr lang="en-IN" smtClean="0"/>
              <a:t>18-11-2024</a:t>
            </a:fld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E090808-7034-1EB0-E3D5-3EE2A19782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DB2F3E7-31B6-9CC3-D085-C71A2F4DFF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83A32-EDD3-485A-89C0-D843D812DBB0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417244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52FDBE5-3316-6D81-BF9A-C28DAED74F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467F54-ABA5-44AA-A8A6-60021CF71F66}" type="datetimeFigureOut">
              <a:rPr lang="en-IN" smtClean="0"/>
              <a:t>18-11-2024</a:t>
            </a:fld>
            <a:endParaRPr lang="en-IN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B210F30-F323-E0E2-E409-C5C903A87E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FC6BF2E-614C-F20D-B248-8839E9C477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83A32-EDD3-485A-89C0-D843D812DBB0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480527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8E7F0D-0CB7-2FF0-5CEA-70E7ACD646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ECB68B-5321-E0A4-300E-0EAD2ED3F0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71A2E9A-3829-BF4A-23B4-F4B713A9EB8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E2DC4E0-CA95-4371-A9AD-4A549C55A3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467F54-ABA5-44AA-A8A6-60021CF71F66}" type="datetimeFigureOut">
              <a:rPr lang="en-IN" smtClean="0"/>
              <a:t>18-11-2024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4B618F4-D28C-7821-349E-1AF0819AF7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C3DD674-D6BA-0F1A-C373-1D87C8CB53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83A32-EDD3-485A-89C0-D843D812DBB0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060622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07A3B3-589C-2CA8-456B-BA4D3D55E4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8E3EB52-5AF7-08BF-1015-444F823D4B1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A099B42-C080-1CF5-FBD8-9D3CF44C684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840515C-E29F-3135-1632-68EF8D201D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467F54-ABA5-44AA-A8A6-60021CF71F66}" type="datetimeFigureOut">
              <a:rPr lang="en-IN" smtClean="0"/>
              <a:t>18-11-2024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5DF6DDA-8759-2655-178B-98636153DC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BD14E9D-DFF9-2E13-1D31-20D498EBB7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83A32-EDD3-485A-89C0-D843D812DBB0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489487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02F09E-FCCE-03DC-3DA3-108CDC806C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C42F940-18E5-5CD7-D43F-B7DF17E333A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1EECB2-8F33-A172-6BBC-048CC63061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467F54-ABA5-44AA-A8A6-60021CF71F66}" type="datetimeFigureOut">
              <a:rPr lang="en-IN" smtClean="0"/>
              <a:t>18-11-2024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304290-7078-2CB2-55BB-FDF788F204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8DAF43-C68D-264E-C86C-C85160EBD1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83A32-EDD3-485A-89C0-D843D812DBB0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658148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800F6F1-FFB0-9F2E-1EB1-B1F0CD42606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077C7F7-8EDA-7DE5-36EA-4C6CBA911C9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98C752-D0F4-F066-90AD-88DE9DEC53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467F54-ABA5-44AA-A8A6-60021CF71F66}" type="datetimeFigureOut">
              <a:rPr lang="en-IN" smtClean="0"/>
              <a:t>18-11-2024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04D3BB-C31B-F764-CEA9-F4D2CC9F2C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E709B5-97C8-802A-8ACB-150B1F9EFC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83A32-EDD3-485A-89C0-D843D812DBB0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754228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0C3D991-B896-21FD-E2B8-9370EDC6DC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ACBE8BF-B38B-6601-1776-AD12D80590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D06A00-36DB-508C-F5C5-3ECB23A3DB8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467F54-ABA5-44AA-A8A6-60021CF71F66}" type="datetimeFigureOut">
              <a:rPr lang="en-IN" smtClean="0"/>
              <a:t>18-11-2024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E3E45F-F88F-76C7-1C30-CAA13ECFF6B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08DB50-4066-8765-5825-F38FDA82046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C083A32-EDD3-485A-89C0-D843D812DBB0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038489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5455D7-0611-BAC2-9115-1D608221442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81DB86A-ABB6-9A5E-BE8D-B69AF828A67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5025258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</Words>
  <Application>Microsoft Office PowerPoint</Application>
  <PresentationFormat>Widescreen</PresentationFormat>
  <Paragraphs>2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Harshitha Burra</dc:creator>
  <cp:lastModifiedBy>Harshitha Burra</cp:lastModifiedBy>
  <cp:revision>1</cp:revision>
  <dcterms:created xsi:type="dcterms:W3CDTF">2024-11-18T08:34:09Z</dcterms:created>
  <dcterms:modified xsi:type="dcterms:W3CDTF">2024-11-18T08:34:09Z</dcterms:modified>
</cp:coreProperties>
</file>