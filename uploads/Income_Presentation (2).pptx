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87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69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761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80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79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9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10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303809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4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3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9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91440" rIns="4572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12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91440" rIns="4572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07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" y="6400800"/>
            <a:ext cx="914398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5120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Income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A presentation on types, sources, and importance of income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Income?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Income refers to the money that an individual or business receives in exchange for providing goods, services, or through investing capital.</a:t>
            </a:r>
          </a:p>
          <a:p>
            <a:r>
              <a:t>It is a key indicator of financial well-being.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Earned Income – Wages, salaries, commissions</a:t>
            </a:r>
          </a:p>
          <a:p>
            <a:r>
              <a:t>2. Passive Income – Rent, royalties</a:t>
            </a:r>
          </a:p>
          <a:p>
            <a:r>
              <a:t>3. Portfolio Income – Interest, dividends, capital gains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of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Employment</a:t>
            </a:r>
          </a:p>
          <a:p>
            <a:r>
              <a:t>• Business or self-employment</a:t>
            </a:r>
          </a:p>
          <a:p>
            <a:r>
              <a:t>• Investments</a:t>
            </a:r>
          </a:p>
          <a:p>
            <a:r>
              <a:t>• Property ownership</a:t>
            </a:r>
          </a:p>
          <a:p>
            <a:r>
              <a:t>• Government benefits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Supports basic needs like food, shelter, and healthcare</a:t>
            </a:r>
          </a:p>
          <a:p>
            <a:r>
              <a:t>• Enables savings and investments</a:t>
            </a:r>
          </a:p>
          <a:p>
            <a:r>
              <a:t>• Determines lifestyle and financial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Factors Affecting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Education and skills</a:t>
            </a:r>
          </a:p>
          <a:p>
            <a:r>
              <a:t>• Experience</a:t>
            </a:r>
          </a:p>
          <a:p>
            <a:r>
              <a:t>• Economic conditions</a:t>
            </a:r>
          </a:p>
          <a:p>
            <a:r>
              <a:t>• Occupation and industry</a:t>
            </a:r>
          </a:p>
          <a:p>
            <a:r>
              <a:t>• Location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Income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Income distribution refers to how income is shared across individuals or groups in an economy.</a:t>
            </a:r>
          </a:p>
          <a:p>
            <a:r>
              <a:t>Unequal distribution can lead to social and economic issues.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Budgeting</a:t>
            </a:r>
          </a:p>
          <a:p>
            <a:r>
              <a:t>• Saving and investing</a:t>
            </a:r>
          </a:p>
          <a:p>
            <a:r>
              <a:t>• Avoiding debt</a:t>
            </a:r>
          </a:p>
          <a:p>
            <a:r>
              <a:t>• Financial planning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Income and Taxes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Tax rates vary by income level and type</a:t>
            </a:r>
          </a:p>
          <a:p>
            <a:r>
              <a:rPr dirty="0"/>
              <a:t>• Understanding taxes is essential for financial management</a:t>
            </a:r>
          </a:p>
          <a:p>
            <a:r>
              <a:rPr lang="en-US" dirty="0"/>
              <a:t>• Income is subject to taxation based on laws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Income is a fundamental part of financial life.</a:t>
            </a:r>
          </a:p>
          <a:p>
            <a:r>
              <a:t>Understanding its sources, management, and importance helps in achieving financial stability and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</TotalTime>
  <Words>239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Retrospect</vt:lpstr>
      <vt:lpstr>Understanding Income</vt:lpstr>
      <vt:lpstr>What is Income?</vt:lpstr>
      <vt:lpstr>Types of Income</vt:lpstr>
      <vt:lpstr>Sources of Income</vt:lpstr>
      <vt:lpstr>Importance of Income</vt:lpstr>
      <vt:lpstr>Factors Affecting Income</vt:lpstr>
      <vt:lpstr>Income Distribution</vt:lpstr>
      <vt:lpstr>Managing Income</vt:lpstr>
      <vt:lpstr>Income and Taxes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Harshitha Burra</cp:lastModifiedBy>
  <cp:revision>2</cp:revision>
  <dcterms:created xsi:type="dcterms:W3CDTF">2013-01-27T09:14:16Z</dcterms:created>
  <dcterms:modified xsi:type="dcterms:W3CDTF">2025-11-10T14:31:42Z</dcterms:modified>
  <cp:category/>
</cp:coreProperties>
</file>